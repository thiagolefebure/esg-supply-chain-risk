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Risk</c:v>
                  </c:pt>
                  <c:pt idx="1">
                    <c:v>Medium Risk</c:v>
                  </c:pt>
                  <c:pt idx="2">
                    <c:v>High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204</c:v>
                </c:pt>
                <c:pt idx="1">
                  <c:v>668</c:v>
                </c:pt>
                <c:pt idx="2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(CHF)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Risk</c:v>
                  </c:pt>
                  <c:pt idx="1">
                    <c:v>Medium Risk</c:v>
                  </c:pt>
                  <c:pt idx="2">
                    <c:v>High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71.8</c:v>
                </c:pt>
                <c:pt idx="1">
                  <c:v>250.6</c:v>
                </c:pt>
                <c:pt idx="2">
                  <c:v>46.5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dataset generated for portfolio.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Supply Chain Risk Intelligence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• Responsible procurement risk scoring &amp; dashboarding (simulated data)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Lefebure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• ESG • Data 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15568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All datasets and results are simulated for demonstration purposes.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Portfolio case study (simulated)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supplier ESG data into a decision tool (risk-based approach)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Typical challenges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Dispersed sources (ERP + questionnaires + ratings + audits)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Heterogeneous formats and missing values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Need for traceability and auditability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Prioritization: where to audit / mitigate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532120" cy="4572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This case study delivers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consolidated supplier “master dataset”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Data quality KPIs (completeness, staleness)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Explainable ESG risk score (E/S/G + signals)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Risk × Spend matrix to prioritize action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Tableau-ready exports for dashboards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on the next slides are simulated.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(simulated)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merged into a single analytics-ready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9496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suppliers.csv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Supplier master data (tier, category, spend)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Traceability flags &amp; charter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esg_scores.csv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E / S / G pillar scores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Last update &amp; data source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39496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audits.csv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389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Audit score, non-compliance severity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Deadlines &amp; third-party audit flag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incidents.csv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389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Incident type, pillar, severity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Used as a risk signal/penalty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Join key: supplier_id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cleaned_master_dataset.csv (Tableau-ready)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(simulated)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and spend exposure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4754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Suppliers by risk class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4884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600200"/>
            <a:ext cx="5669280" cy="4754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Spend exposure by risk class (CHF)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675120" y="214884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High-risk spend exposure: 46.5M CHF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Spend matrix to focus audits and mitigation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754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/mnt/data/esg-supply-chain-risk/outputs/risk_spend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758952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600200"/>
            <a:ext cx="315468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0" y="2240280"/>
            <a:ext cx="2743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Top-right: audit &amp; mitigate first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High spend + medium risk: monitor closely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Low spend + high risk: targeted actions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Use drill-down for root causes (E/S/G, audits, incidents)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shown as an illustrative static view; Tableau version enables drill-down.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ESG reporting into a controlled process and measurable actions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612880" cy="4754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1) Data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Single supplier ID across sources (ERP / questionnaires / audits)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Data quality KPIs: completeness, staleness, audit trail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Clear owners: collection, validation, publication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2) Risk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Use the Risk × Spend matrix for prioritization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Define thresholds per ESG pillar (avoid “compensation” effects)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Link risk class to standard actions (audit, mitigation plan, monitoring)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5394960" cy="4434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Deliverables included in this repo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Simulated datasets (4 tables, 1,000 suppliers)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Python notebook: scoring + exports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Tableau dashboard build spec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Curated outputs: risk_scores.csv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This 6-slide deck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connect to real ERP + supplier questionnaire data and validate thresholds with stakeholders.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Portfolio (simulated case study)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Thiago Lefebure</dc:creator>
  <cp:lastModifiedBy>Thiago Lefebure</cp:lastModifiedBy>
  <cp:revision>1</cp:revision>
  <dcterms:created xsi:type="dcterms:W3CDTF">2026-02-21T09:40:16Z</dcterms:created>
  <dcterms:modified xsi:type="dcterms:W3CDTF">2026-02-21T09:40:16Z</dcterms:modified>
</cp:coreProperties>
</file>